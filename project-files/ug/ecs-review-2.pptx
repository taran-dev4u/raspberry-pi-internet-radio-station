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AE71-5D52-4B13-9296-E79FE448A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F56EF-926C-4B04-9A51-2C88BD501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5D136-0E6F-485C-906D-B25281B4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7E842-AC0D-4285-81F4-4E0B7D4B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A0A93-3A10-4EE5-B1F1-D5307BB2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73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1E40-F121-47BF-9F2A-6B0656AF4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094D3-9082-4F28-87DD-BA9728547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0DB76-4036-4200-8C24-FEDABBA1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7D4D-DEAA-4ACC-8EAA-04337F78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51F39-1929-4933-B3BB-633617F5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86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D325-6536-42E6-8F71-7E7634E9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27E2E-0E09-4875-961D-4DFF40B6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ACFF9-4C34-4CEF-9D23-5C55D3C7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1C380-1EEA-45C0-9110-15D2B7A7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70FB2-ED8E-47CB-979C-D614D0DE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3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6F9F-EF5C-47F2-932F-ACFB6307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B451-E356-402D-B4AE-F82785F5B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4097F-B6F6-473B-809B-51D190FAE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5F57C-7A95-405A-8771-BA0DB92C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DC93C-5D7F-4872-AB66-D75B7DE6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F66C2-6E32-4ECE-8087-AC36DDFD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05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8AEF-5A0F-4DB9-9299-4D937339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5CA75-C694-4E87-9D63-F6F9B724E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04075-8480-4420-BF54-F9A4E3C4A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AC955-46D3-49E9-9B67-7122E9765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5BC90-90C9-487D-AC46-6AF057137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830EB-0009-423F-A0F2-53529514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CEDF3-4FCC-4508-B2DC-22FD92B2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AA278-0BF6-4E18-873E-AD6CA43A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7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EFC1-ABC9-4F52-B084-48266C84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959B5-C6C1-49C4-99C4-ABDC610C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66231-3004-4D15-8B4B-267DA690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41462-98CA-426C-BEB4-BA7C97B3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066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EBB93-2578-42DD-BD1B-EC6E96D0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DD740-5B0C-4E9A-8822-36686E06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4403C-FB5F-435C-83A9-E70C401A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0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4633-49C5-4439-BBB9-762E4489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1960-D0CC-459D-B662-959DEF17E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90515-65F6-42F5-8975-6B36F602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7CA8D-A934-4277-BCC3-58B80CD3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F7B7B-BFDF-489F-99EA-43E7DB84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B138-4111-476F-BC3C-9B1033F8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0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29FA-37CF-4396-9162-9BB4F717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0DE94-D0A3-4A15-885B-001A36941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2771A-E6C5-4DE9-8F4C-0F2C18AF4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1AD93-C4D5-4963-BC9F-77EE8E47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657D5-EDDB-4260-B46C-020F055B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8CA84-A33F-4D20-B131-2C6B2CA3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7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A3B6-E10A-4F4E-958B-3F79A007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89D6A-BD5D-4516-97D4-1806FABFA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5A3C-3AEC-4325-B078-6961ABAC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72DF5-4082-4759-B9F1-AAC349D1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8E0B9-1948-41A3-93FD-BA1B0EC2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5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43A5C-C725-420C-A93B-6CBF6D16A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ABD79-2531-4AB0-9915-C9EA15C16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39110-5810-4AF3-A5E9-179F3F65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5C130-7C9E-4A04-96F1-5599C9A2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4D26E-B46F-4FD4-A652-BC25ACCE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89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EAD64-8CFE-442F-A28A-88D6C846F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8AE55-1647-409F-9FB1-A9C85E329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5FB1-844A-43EE-AE8C-3F86A1761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43A08-9EFB-401D-A0D6-862648F5E2BA}" type="datetimeFigureOut">
              <a:rPr lang="en-IN" smtClean="0"/>
              <a:t>07-03-2020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397EC-33FE-4350-A9B5-553F61F2C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6E4E-DD90-4D9A-BBB9-77350FB65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D64AE-239D-4539-A085-4F36EBBC3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6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Sga6w89VpI&amp;list=WL&amp;index=2&amp;t=114s" TargetMode="External"/><Relationship Id="rId2" Type="http://schemas.openxmlformats.org/officeDocument/2006/relationships/hyperlink" Target="https://www.pimusicbox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1E4D5A-C9E3-4F72-AEAD-3E82C349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WEB RADIO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</a:t>
            </a:r>
            <a:r>
              <a:rPr lang="en-US" sz="2700" dirty="0">
                <a:latin typeface="Cambria" panose="02040503050406030204" pitchFamily="18" charset="0"/>
                <a:ea typeface="Cambria" panose="02040503050406030204" pitchFamily="18" charset="0"/>
              </a:rPr>
              <a:t>Batch no.190638</a:t>
            </a:r>
            <a:endParaRPr lang="en-IN" sz="27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30612B-33CF-4462-A05C-54694757B7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members:</a:t>
            </a:r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dirty="0"/>
              <a:t>1.Mesa Ubika-19BCD7176</a:t>
            </a:r>
          </a:p>
          <a:p>
            <a:pPr marL="0" indent="0">
              <a:buNone/>
            </a:pPr>
            <a:r>
              <a:rPr lang="en-IN" dirty="0"/>
              <a:t>2.Mamidala Taran-19BCE7346</a:t>
            </a:r>
          </a:p>
          <a:p>
            <a:pPr marL="0" indent="0">
              <a:buNone/>
            </a:pPr>
            <a:r>
              <a:rPr lang="en-IN" dirty="0"/>
              <a:t>3.P.Kumar </a:t>
            </a:r>
            <a:r>
              <a:rPr lang="en-IN" dirty="0" err="1"/>
              <a:t>Ranga</a:t>
            </a:r>
            <a:r>
              <a:rPr lang="en-IN" dirty="0"/>
              <a:t> Swamy-19BEC7046</a:t>
            </a:r>
          </a:p>
          <a:p>
            <a:pPr marL="0" indent="0">
              <a:buNone/>
            </a:pPr>
            <a:r>
              <a:rPr lang="en-IN" dirty="0"/>
              <a:t>4.Vivek Patric-19BCE7579</a:t>
            </a:r>
          </a:p>
          <a:p>
            <a:pPr marL="0" indent="0">
              <a:buNone/>
            </a:pPr>
            <a:r>
              <a:rPr lang="en-IN" dirty="0"/>
              <a:t>5.CH.Sobhan Babu-19BCE7614</a:t>
            </a:r>
          </a:p>
          <a:p>
            <a:pPr marL="0" indent="0">
              <a:buNone/>
            </a:pPr>
            <a:r>
              <a:rPr lang="en-IN" dirty="0"/>
              <a:t>6.G.Harika-19MIS7077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1FA33-4860-4AEE-B918-CEC5837AD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Guided by:</a:t>
            </a:r>
          </a:p>
          <a:p>
            <a:pPr marL="0" indent="0">
              <a:buNone/>
            </a:pPr>
            <a:r>
              <a:rPr lang="en-IN" b="1" dirty="0"/>
              <a:t>             </a:t>
            </a:r>
            <a:r>
              <a:rPr lang="en-IN" dirty="0" err="1"/>
              <a:t>Prof.Aravapalli</a:t>
            </a:r>
            <a:r>
              <a:rPr lang="en-IN" dirty="0"/>
              <a:t> Rama Satish</a:t>
            </a:r>
          </a:p>
          <a:p>
            <a:pPr marL="0" indent="0">
              <a:buNone/>
            </a:pPr>
            <a:r>
              <a:rPr lang="en-IN" b="1" dirty="0"/>
              <a:t>               </a:t>
            </a:r>
            <a:r>
              <a:rPr lang="en-IN" dirty="0" err="1"/>
              <a:t>Dept.of</a:t>
            </a:r>
            <a:r>
              <a:rPr lang="en-IN" dirty="0"/>
              <a:t> CSE</a:t>
            </a:r>
            <a:r>
              <a:rPr lang="en-IN" b="1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8C6C9F-D578-4F26-B0B2-FFB06A2EA315}"/>
              </a:ext>
            </a:extLst>
          </p:cNvPr>
          <p:cNvCxnSpPr/>
          <p:nvPr/>
        </p:nvCxnSpPr>
        <p:spPr>
          <a:xfrm>
            <a:off x="1510748" y="1351722"/>
            <a:ext cx="92433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9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68F6-2B85-4F2B-BE39-31535432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98C4-3F95-458E-A86F-51C64B55D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Cambria" panose="02040503050406030204" pitchFamily="18" charset="0"/>
                <a:ea typeface="宋体" pitchFamily="2" charset="-122"/>
              </a:rPr>
              <a:t>Introduction</a:t>
            </a:r>
          </a:p>
          <a:p>
            <a:pPr marL="1157288" lvl="1" indent="-341313"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latin typeface="Cambria" panose="02040503050406030204" pitchFamily="18" charset="0"/>
                <a:ea typeface="宋体" pitchFamily="2" charset="-122"/>
              </a:rPr>
              <a:t>Raspberry Pi</a:t>
            </a:r>
          </a:p>
          <a:p>
            <a:pPr marL="341313" indent="-341313"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Cambria" panose="02040503050406030204" pitchFamily="18" charset="0"/>
                <a:ea typeface="宋体" pitchFamily="2" charset="-122"/>
              </a:rPr>
              <a:t>Abstract</a:t>
            </a:r>
          </a:p>
          <a:p>
            <a:pPr marL="341313" lvl="1" indent="-341313">
              <a:spcBef>
                <a:spcPts val="725"/>
              </a:spcBef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latin typeface="Cambria" panose="02040503050406030204" pitchFamily="18" charset="0"/>
                <a:ea typeface="宋体" pitchFamily="2" charset="-122"/>
              </a:rPr>
              <a:t>Module Identification</a:t>
            </a:r>
          </a:p>
          <a:p>
            <a:pPr marL="341313" lvl="1" indent="-341313">
              <a:spcBef>
                <a:spcPts val="725"/>
              </a:spcBef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latin typeface="Cambria" panose="02040503050406030204" pitchFamily="18" charset="0"/>
                <a:ea typeface="宋体" pitchFamily="2" charset="-122"/>
              </a:rPr>
              <a:t>Architecture Diagram</a:t>
            </a:r>
          </a:p>
          <a:p>
            <a:pPr marL="341313" indent="-341313"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Cambria" panose="02040503050406030204" pitchFamily="18" charset="0"/>
                <a:ea typeface="宋体" pitchFamily="2" charset="-122"/>
              </a:rPr>
              <a:t>Equipment Identified</a:t>
            </a:r>
          </a:p>
          <a:p>
            <a:pPr marL="341313" indent="-341313">
              <a:buClr>
                <a:srgbClr val="006666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Cambria" panose="02040503050406030204" pitchFamily="18" charset="0"/>
                <a:ea typeface="宋体" pitchFamily="2" charset="-122"/>
              </a:rPr>
              <a:t>References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5A95D-E8D5-4B66-BAF7-DB0723F1DF86}"/>
              </a:ext>
            </a:extLst>
          </p:cNvPr>
          <p:cNvCxnSpPr>
            <a:cxnSpLocks/>
          </p:cNvCxnSpPr>
          <p:nvPr/>
        </p:nvCxnSpPr>
        <p:spPr>
          <a:xfrm>
            <a:off x="568171" y="1491449"/>
            <a:ext cx="111592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26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F712-93FA-49F1-A687-19005E74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8568"/>
          </a:xfrm>
        </p:spPr>
        <p:txBody>
          <a:bodyPr/>
          <a:lstStyle/>
          <a:p>
            <a:r>
              <a:rPr lang="en-IN" b="1" dirty="0"/>
              <a:t>1.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31A14-5ECA-4C45-911B-5627BF7CE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694"/>
            <a:ext cx="10515600" cy="4703269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Internet radio which is also known as web radio, is a service which provides receiving and </a:t>
            </a:r>
          </a:p>
          <a:p>
            <a:pPr marL="0" indent="0">
              <a:buNone/>
            </a:pPr>
            <a:r>
              <a:rPr lang="en-US" dirty="0"/>
              <a:t>     playing audio data originating from the internet.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requires a technical features which allows audio to be digitized and split into small </a:t>
            </a:r>
          </a:p>
          <a:p>
            <a:pPr marL="0" indent="0">
              <a:buNone/>
            </a:pPr>
            <a:r>
              <a:rPr lang="en-US" dirty="0"/>
              <a:t>     pieces for transmission across the Internet.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These features have made Internet radio  service popular among radio providers.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movement from traditional radio broadcasting to the Internet radio service is also  </a:t>
            </a:r>
          </a:p>
          <a:p>
            <a:pPr marL="0" indent="0">
              <a:buNone/>
            </a:pPr>
            <a:r>
              <a:rPr lang="en-US" dirty="0"/>
              <a:t>     evident in cell phone industry.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Most of mobile phone manufacturers no more integrate their new products with </a:t>
            </a:r>
          </a:p>
          <a:p>
            <a:pPr marL="0" indent="0">
              <a:buNone/>
            </a:pPr>
            <a:r>
              <a:rPr lang="en-US" dirty="0"/>
              <a:t>     traditional radio receivers.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Instead, they simply provide a program which enables receiving radio channels via the </a:t>
            </a:r>
          </a:p>
          <a:p>
            <a:pPr marL="0" indent="0">
              <a:buNone/>
            </a:pPr>
            <a:r>
              <a:rPr lang="en-US" dirty="0"/>
              <a:t>     internet connection.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5BC71B-23DE-494D-B40B-46B1440DE21E}"/>
              </a:ext>
            </a:extLst>
          </p:cNvPr>
          <p:cNvCxnSpPr/>
          <p:nvPr/>
        </p:nvCxnSpPr>
        <p:spPr>
          <a:xfrm>
            <a:off x="648070" y="1349406"/>
            <a:ext cx="109106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89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5023-F48B-469B-90C5-88C05D55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64" y="46037"/>
            <a:ext cx="10515600" cy="1325563"/>
          </a:xfrm>
        </p:spPr>
        <p:txBody>
          <a:bodyPr/>
          <a:lstStyle/>
          <a:p>
            <a:r>
              <a:rPr lang="en-US" b="1" dirty="0"/>
              <a:t>2.Abstract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9607-3FF1-43B0-97A7-BFEEEFF15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997"/>
            <a:ext cx="10515600" cy="5388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Internet based radio services has become increasingly popular over the last few years for listening to radio channels.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services offer continuous stream of audio accessible from all around the world.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wide deployment of Internet access with high reliability has made the radio  streaming available for various devices.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While traditional radio stations are subject to extensive government regulations, Internet radio stations remain largely unregulated.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 addition, establish a new channel through the online streaming is less costly compared to broadcasting in a traditional way.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Internet radio services are usually accessible from anywhere in the world and the quality of  these services do not degrade over distance.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55C303-588E-498F-A218-7CCF1749AA51}"/>
              </a:ext>
            </a:extLst>
          </p:cNvPr>
          <p:cNvCxnSpPr>
            <a:cxnSpLocks/>
          </p:cNvCxnSpPr>
          <p:nvPr/>
        </p:nvCxnSpPr>
        <p:spPr>
          <a:xfrm>
            <a:off x="421821" y="1036865"/>
            <a:ext cx="113837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72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8BE2-F17F-4C02-9255-DF85EF76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7547"/>
          </a:xfrm>
        </p:spPr>
        <p:txBody>
          <a:bodyPr/>
          <a:lstStyle/>
          <a:p>
            <a:r>
              <a:rPr lang="en-US" b="1" dirty="0"/>
              <a:t>Benefits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72D2B-A8B5-4FC6-B8E9-A3CF5BBF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880"/>
            <a:ext cx="10515600" cy="449908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most obvious benefit of using web radio is access to thousands of radio stations that you wouldn’t normally be able to listen to due to your locale.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Another advantage is an almost unlimited supply of music, live events and radio show that you can listen to in real-time.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on-demand audio technology gives you access to entertainment at any time of the day without having to first download files to your hard drive.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While traditional radio stations are subject to extensive government regulations, Internet radio stations remain largely unregulated.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 addition, establish a new channel through the online streaming is less costly compared to broadcasting in a traditional way.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Internet radio services are usually accessible from anywhere in the world and the quality of  these services do not degrade over distance.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321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92A3-E285-4BD2-BB98-920AC4648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4382"/>
          </a:xfrm>
        </p:spPr>
        <p:txBody>
          <a:bodyPr/>
          <a:lstStyle/>
          <a:p>
            <a:r>
              <a:rPr lang="en-US" b="1" dirty="0"/>
              <a:t>3.Module Identification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42C35-BCB8-4BD0-B8F2-FFD1B678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90" y="1358283"/>
            <a:ext cx="10554810" cy="48186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Installing Pi Music box and extracting the contents of the zip file.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Flashing the image file of the pi music box into the SD card using etcher.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Open settings file and entering WIFI network credentials.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Inserting SD card into Raspberry pi and open Pi music box by entering the IP address of the Pi in the browser.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Stream your music from Spotify, Google Music, SoundCloud, </a:t>
            </a:r>
            <a:r>
              <a:rPr lang="en-US" sz="2400" dirty="0" err="1"/>
              <a:t>Webradio</a:t>
            </a:r>
            <a:r>
              <a:rPr lang="en-US" sz="2400" dirty="0"/>
              <a:t>(with TuneIn, </a:t>
            </a:r>
            <a:r>
              <a:rPr lang="en-US" sz="2400" dirty="0" err="1"/>
              <a:t>Dirble</a:t>
            </a:r>
            <a:r>
              <a:rPr lang="en-US" sz="2400" dirty="0"/>
              <a:t>, </a:t>
            </a:r>
            <a:r>
              <a:rPr lang="en-US" sz="2400" dirty="0" err="1"/>
              <a:t>AudioAddict</a:t>
            </a:r>
            <a:r>
              <a:rPr lang="en-US" sz="2400" dirty="0"/>
              <a:t>, Soma FM directories), Podcasts and other music from the cloud. Or from your own collection from a device in your network.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E52776-0310-4FF4-8987-E1DDDC2BA017}"/>
              </a:ext>
            </a:extLst>
          </p:cNvPr>
          <p:cNvCxnSpPr>
            <a:cxnSpLocks/>
          </p:cNvCxnSpPr>
          <p:nvPr/>
        </p:nvCxnSpPr>
        <p:spPr>
          <a:xfrm flipV="1">
            <a:off x="284085" y="1136342"/>
            <a:ext cx="1160311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09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2BC7-FB5C-4768-8336-DA5CBD9E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792"/>
          </a:xfrm>
        </p:spPr>
        <p:txBody>
          <a:bodyPr/>
          <a:lstStyle/>
          <a:p>
            <a:r>
              <a:rPr lang="en-US" b="1" dirty="0"/>
              <a:t>4.Architecture Diagram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41B672-8202-439C-960E-E2014EE09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80" y="2637314"/>
            <a:ext cx="6568440" cy="27279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4184A9-442D-4A94-B1ED-5E5A87220AE2}"/>
              </a:ext>
            </a:extLst>
          </p:cNvPr>
          <p:cNvCxnSpPr>
            <a:cxnSpLocks/>
          </p:cNvCxnSpPr>
          <p:nvPr/>
        </p:nvCxnSpPr>
        <p:spPr>
          <a:xfrm>
            <a:off x="506027" y="1313895"/>
            <a:ext cx="113989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6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FE83-C44C-41DA-9BE2-57CFDDF8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0914"/>
          </a:xfrm>
        </p:spPr>
        <p:txBody>
          <a:bodyPr/>
          <a:lstStyle/>
          <a:p>
            <a:r>
              <a:rPr lang="en-US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E67B2-DBC4-47F6-B8A4-AE6063D57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25" y="1544715"/>
            <a:ext cx="10821879" cy="463224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1.</a:t>
            </a:r>
            <a:r>
              <a:rPr lang="en-IN" sz="2400" dirty="0">
                <a:hlinkClick r:id="rId2"/>
              </a:rPr>
              <a:t> https://www.pimusicbox.com/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2.</a:t>
            </a:r>
            <a:r>
              <a:rPr lang="en-IN" sz="2400" dirty="0">
                <a:hlinkClick r:id="rId3"/>
              </a:rPr>
              <a:t>https://www.youtube.com/watch?v=aSga6w89VpI&amp;list=WL&amp;index=2&amp;t=114s</a:t>
            </a:r>
            <a:r>
              <a:rPr lang="en-IN" sz="2400" dirty="0"/>
              <a:t>4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DEC3FC-1DF3-4C08-BF58-3DBE827ED28B}"/>
              </a:ext>
            </a:extLst>
          </p:cNvPr>
          <p:cNvCxnSpPr/>
          <p:nvPr/>
        </p:nvCxnSpPr>
        <p:spPr>
          <a:xfrm>
            <a:off x="559293" y="1180730"/>
            <a:ext cx="11336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458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599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Wingdings</vt:lpstr>
      <vt:lpstr>Office Theme</vt:lpstr>
      <vt:lpstr>                                  WEB RADIO                                    Batch no.190638</vt:lpstr>
      <vt:lpstr>Agenda</vt:lpstr>
      <vt:lpstr>1. Introduction</vt:lpstr>
      <vt:lpstr>2.Abstract</vt:lpstr>
      <vt:lpstr>Benefits</vt:lpstr>
      <vt:lpstr>3.Module Identification</vt:lpstr>
      <vt:lpstr>4.Architecture Diagram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RADIO                                    Batch no.190638</dc:title>
  <dc:creator>DELL</dc:creator>
  <cp:lastModifiedBy>DELL</cp:lastModifiedBy>
  <cp:revision>9</cp:revision>
  <dcterms:created xsi:type="dcterms:W3CDTF">2020-03-06T16:56:00Z</dcterms:created>
  <dcterms:modified xsi:type="dcterms:W3CDTF">2020-03-07T07:26:50Z</dcterms:modified>
</cp:coreProperties>
</file>